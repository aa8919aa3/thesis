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ongti TC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05FB2-7FD1-4252-85F3-98A1E3744334}" v="2" dt="2026-01-03T15:50:37.4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ngti TC Bold"/>
          <a:ea typeface="Songti TC Bold"/>
          <a:cs typeface="Songti TC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ngti TC Bold"/>
          <a:ea typeface="Songti TC Bold"/>
          <a:cs typeface="Songti TC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ngti TC Bold"/>
          <a:ea typeface="Songti TC Bold"/>
          <a:cs typeface="Songti TC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o-Yi Hsu" userId="c1d5744c43b14bfa" providerId="Windows Live" clId="Web-{E8B05FB2-7FD1-4252-85F3-98A1E3744334}"/>
    <pc:docChg chg="modSld">
      <pc:chgData name="Tao-Yi Hsu" userId="c1d5744c43b14bfa" providerId="Windows Live" clId="Web-{E8B05FB2-7FD1-4252-85F3-98A1E3744334}" dt="2026-01-03T15:50:37.464" v="1" actId="20577"/>
      <pc:docMkLst>
        <pc:docMk/>
      </pc:docMkLst>
      <pc:sldChg chg="modSp">
        <pc:chgData name="Tao-Yi Hsu" userId="c1d5744c43b14bfa" providerId="Windows Live" clId="Web-{E8B05FB2-7FD1-4252-85F3-98A1E3744334}" dt="2026-01-03T15:50:37.464" v="1" actId="20577"/>
        <pc:sldMkLst>
          <pc:docMk/>
          <pc:sldMk cId="0" sldId="256"/>
        </pc:sldMkLst>
        <pc:spChg chg="mod">
          <ac:chgData name="Tao-Yi Hsu" userId="c1d5744c43b14bfa" providerId="Windows Live" clId="Web-{E8B05FB2-7FD1-4252-85F3-98A1E3744334}" dt="2026-01-03T15:50:37.464" v="1" actId="20577"/>
          <ac:spMkLst>
            <pc:docMk/>
            <pc:sldMk cId="0" sldId="256"/>
            <ac:spMk id="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Songti TC Regular"/>
      </a:defRPr>
    </a:lvl1pPr>
    <a:lvl2pPr indent="228600" latinLnBrk="0">
      <a:defRPr sz="1200">
        <a:latin typeface="+mn-lt"/>
        <a:ea typeface="+mn-ea"/>
        <a:cs typeface="+mn-cs"/>
        <a:sym typeface="Songti TC Regular"/>
      </a:defRPr>
    </a:lvl2pPr>
    <a:lvl3pPr indent="457200" latinLnBrk="0">
      <a:defRPr sz="1200">
        <a:latin typeface="+mn-lt"/>
        <a:ea typeface="+mn-ea"/>
        <a:cs typeface="+mn-cs"/>
        <a:sym typeface="Songti TC Regular"/>
      </a:defRPr>
    </a:lvl3pPr>
    <a:lvl4pPr indent="685800" latinLnBrk="0">
      <a:defRPr sz="1200">
        <a:latin typeface="+mn-lt"/>
        <a:ea typeface="+mn-ea"/>
        <a:cs typeface="+mn-cs"/>
        <a:sym typeface="Songti TC Regular"/>
      </a:defRPr>
    </a:lvl4pPr>
    <a:lvl5pPr indent="914400" latinLnBrk="0">
      <a:defRPr sz="1200">
        <a:latin typeface="+mn-lt"/>
        <a:ea typeface="+mn-ea"/>
        <a:cs typeface="+mn-cs"/>
        <a:sym typeface="Songti TC Regular"/>
      </a:defRPr>
    </a:lvl5pPr>
    <a:lvl6pPr indent="1143000" latinLnBrk="0">
      <a:defRPr sz="1200">
        <a:latin typeface="+mn-lt"/>
        <a:ea typeface="+mn-ea"/>
        <a:cs typeface="+mn-cs"/>
        <a:sym typeface="Songti TC Regular"/>
      </a:defRPr>
    </a:lvl6pPr>
    <a:lvl7pPr indent="1371600" latinLnBrk="0">
      <a:defRPr sz="1200">
        <a:latin typeface="+mn-lt"/>
        <a:ea typeface="+mn-ea"/>
        <a:cs typeface="+mn-cs"/>
        <a:sym typeface="Songti TC Regular"/>
      </a:defRPr>
    </a:lvl7pPr>
    <a:lvl8pPr indent="1600200" latinLnBrk="0">
      <a:defRPr sz="1200">
        <a:latin typeface="+mn-lt"/>
        <a:ea typeface="+mn-ea"/>
        <a:cs typeface="+mn-cs"/>
        <a:sym typeface="Songti TC Regular"/>
      </a:defRPr>
    </a:lvl8pPr>
    <a:lvl9pPr indent="1828800" latinLnBrk="0">
      <a:defRPr sz="1200">
        <a:latin typeface="+mn-lt"/>
        <a:ea typeface="+mn-ea"/>
        <a:cs typeface="+mn-cs"/>
        <a:sym typeface="Songti TC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7" name="Shape 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Here is a note</a:t>
            </a:r>
          </a:p>
          <a:p>
            <a:endParaRPr/>
          </a:p>
          <a:p>
            <a:r>
              <a:t>With another paragraph.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speaker note on this slide too.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1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3429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6858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0287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21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sz="3000" cap="all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r>
              <a:t>大標題文字</a:t>
            </a:r>
          </a:p>
        </p:txBody>
      </p:sp>
      <p:sp>
        <p:nvSpPr>
          <p:cNvPr id="30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39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60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48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1pPr>
            <a:lvl2pPr marL="0" indent="3429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2pPr>
            <a:lvl3pPr marL="0" indent="6858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3pPr>
            <a:lvl4pPr marL="0" indent="10287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4pPr>
            <a:lvl5pPr marL="0" indent="13716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pPr>
            <a:endParaRPr/>
          </a:p>
        </p:txBody>
      </p:sp>
      <p:sp>
        <p:nvSpPr>
          <p:cNvPr id="5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>
            <a:spLocks noGrp="1"/>
          </p:cNvSpPr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1500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r>
              <a:t>大標題文字</a:t>
            </a:r>
          </a:p>
        </p:txBody>
      </p:sp>
      <p:sp>
        <p:nvSpPr>
          <p:cNvPr id="73" name="內文層級一…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  <a:endParaRPr/>
          </a:p>
        </p:txBody>
      </p:sp>
      <p:sp>
        <p:nvSpPr>
          <p:cNvPr id="7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1500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r>
              <a:t>大標題文字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00">
              <a:spcBef>
                <a:spcPts val="200"/>
              </a:spcBef>
              <a:buSzTx/>
              <a:buFontTx/>
              <a:buNone/>
              <a:defRPr sz="1000"/>
            </a:lvl2pPr>
            <a:lvl3pPr marL="0" indent="685800">
              <a:spcBef>
                <a:spcPts val="200"/>
              </a:spcBef>
              <a:buSzTx/>
              <a:buFontTx/>
              <a:buNone/>
              <a:defRPr sz="1000"/>
            </a:lvl3pPr>
            <a:lvl4pPr marL="0" indent="1028700">
              <a:spcBef>
                <a:spcPts val="200"/>
              </a:spcBef>
              <a:buSzTx/>
              <a:buFontTx/>
              <a:buNone/>
              <a:defRPr sz="1000"/>
            </a:lvl4pPr>
            <a:lvl5pPr marL="0" indent="137160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8475446" y="4775914"/>
            <a:ext cx="211355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1pPr>
      <a:lvl2pPr marL="734785" marR="0" indent="-391885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3pPr>
      <a:lvl4pPr marL="15773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4pPr>
      <a:lvl5pPr marL="19202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5pPr>
      <a:lvl6pPr marL="22631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6pPr>
      <a:lvl7pPr marL="26060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7pPr>
      <a:lvl8pPr marL="29489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8pPr>
      <a:lvl9pPr marL="3291840" marR="0" indent="-54864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Songti TC Regular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ongti TC Regular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r>
              <a:rPr dirty="0"/>
              <a:t>Presentation Title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Hello, world.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r>
              <a:t>Section header</a:t>
            </a:r>
          </a:p>
        </p:txBody>
      </p:sp>
      <p:sp>
        <p:nvSpPr>
          <p:cNvPr id="105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 for Two-Content</a:t>
            </a:r>
          </a:p>
        </p:txBody>
      </p:sp>
      <p:sp>
        <p:nvSpPr>
          <p:cNvPr id="108" name="Content Placeholder 4"/>
          <p:cNvSpPr txBox="1"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r>
              <a:t>Some content on the left.</a:t>
            </a:r>
          </a:p>
        </p:txBody>
      </p:sp>
      <p:sp>
        <p:nvSpPr>
          <p:cNvPr id="109" name="Content Placeholder 5"/>
          <p:cNvSpPr txBox="1"/>
          <p:nvPr/>
        </p:nvSpPr>
        <p:spPr>
          <a:xfrm>
            <a:off x="4693919" y="1200151"/>
            <a:ext cx="3947162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342900" indent="-342900" defTabSz="342900">
              <a:spcBef>
                <a:spcPts val="500"/>
              </a:spcBef>
              <a:buSzPct val="100000"/>
              <a:buFont typeface="Songti TC Regular"/>
              <a:buChar char="•"/>
              <a:defRPr sz="2100"/>
            </a:lvl1pPr>
          </a:lstStyle>
          <a:p>
            <a:r>
              <a:t>Some content on the right.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Songti TC Regular"/>
        <a:ea typeface="Songti TC Regular"/>
        <a:cs typeface="Songti TC Regular"/>
      </a:majorFont>
      <a:minorFont>
        <a:latin typeface="Songti TC Regular"/>
        <a:ea typeface="Songti TC Regular"/>
        <a:cs typeface="Songti TC Regula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Songti TC Regular"/>
        <a:ea typeface="Songti TC Regular"/>
        <a:cs typeface="Songti TC Regular"/>
      </a:majorFont>
      <a:minorFont>
        <a:latin typeface="Songti TC Regular"/>
        <a:ea typeface="Songti TC Regular"/>
        <a:cs typeface="Songti TC Regula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Presentation Title</vt:lpstr>
      <vt:lpstr>Slide Title</vt:lpstr>
      <vt:lpstr>Section header</vt:lpstr>
      <vt:lpstr>Slide Title for Two-Content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2026-01-03T15:50:48Z</dcterms:modified>
</cp:coreProperties>
</file>