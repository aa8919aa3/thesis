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42900" rtl="0" fontAlgn="auto" latinLnBrk="0" hangingPunct="0">
      <a:lnSpc>
        <a:spcPct val="100000"/>
      </a:lnSpc>
      <a:spcBef>
        <a:spcPts val="500"/>
      </a:spcBef>
      <a:spcAft>
        <a:spcPts val="0"/>
      </a:spcAft>
      <a:buClrTx/>
      <a:buSzTx/>
      <a:buFontTx/>
      <a:buNone/>
      <a:tabLst/>
      <a:defRPr b="0" baseline="0" cap="none" i="0" spc="0" strike="noStrike" sz="2100" u="none" kumimoji="0" normalizeH="0">
        <a:ln>
          <a:noFill/>
        </a:ln>
        <a:solidFill>
          <a:srgbClr val="000000"/>
        </a:solidFill>
        <a:effectLst/>
        <a:uFillTx/>
        <a:latin typeface="Songti TC Regular"/>
        <a:ea typeface="Songti TC Regular"/>
        <a:cs typeface="Songti TC Regular"/>
        <a:sym typeface="Songti TC Regular"/>
      </a:defRPr>
    </a:lvl1pPr>
    <a:lvl2pPr marL="0" marR="0" indent="457200" algn="l" defTabSz="342900" rtl="0" fontAlgn="auto" latinLnBrk="0" hangingPunct="0">
      <a:lnSpc>
        <a:spcPct val="100000"/>
      </a:lnSpc>
      <a:spcBef>
        <a:spcPts val="500"/>
      </a:spcBef>
      <a:spcAft>
        <a:spcPts val="0"/>
      </a:spcAft>
      <a:buClrTx/>
      <a:buSzTx/>
      <a:buFontTx/>
      <a:buNone/>
      <a:tabLst/>
      <a:defRPr b="0" baseline="0" cap="none" i="0" spc="0" strike="noStrike" sz="2100" u="none" kumimoji="0" normalizeH="0">
        <a:ln>
          <a:noFill/>
        </a:ln>
        <a:solidFill>
          <a:srgbClr val="000000"/>
        </a:solidFill>
        <a:effectLst/>
        <a:uFillTx/>
        <a:latin typeface="Songti TC Regular"/>
        <a:ea typeface="Songti TC Regular"/>
        <a:cs typeface="Songti TC Regular"/>
        <a:sym typeface="Songti TC Regular"/>
      </a:defRPr>
    </a:lvl2pPr>
    <a:lvl3pPr marL="0" marR="0" indent="914400" algn="l" defTabSz="342900" rtl="0" fontAlgn="auto" latinLnBrk="0" hangingPunct="0">
      <a:lnSpc>
        <a:spcPct val="100000"/>
      </a:lnSpc>
      <a:spcBef>
        <a:spcPts val="500"/>
      </a:spcBef>
      <a:spcAft>
        <a:spcPts val="0"/>
      </a:spcAft>
      <a:buClrTx/>
      <a:buSzTx/>
      <a:buFontTx/>
      <a:buNone/>
      <a:tabLst/>
      <a:defRPr b="0" baseline="0" cap="none" i="0" spc="0" strike="noStrike" sz="2100" u="none" kumimoji="0" normalizeH="0">
        <a:ln>
          <a:noFill/>
        </a:ln>
        <a:solidFill>
          <a:srgbClr val="000000"/>
        </a:solidFill>
        <a:effectLst/>
        <a:uFillTx/>
        <a:latin typeface="Songti TC Regular"/>
        <a:ea typeface="Songti TC Regular"/>
        <a:cs typeface="Songti TC Regular"/>
        <a:sym typeface="Songti TC Regular"/>
      </a:defRPr>
    </a:lvl3pPr>
    <a:lvl4pPr marL="0" marR="0" indent="1371600" algn="l" defTabSz="342900" rtl="0" fontAlgn="auto" latinLnBrk="0" hangingPunct="0">
      <a:lnSpc>
        <a:spcPct val="100000"/>
      </a:lnSpc>
      <a:spcBef>
        <a:spcPts val="500"/>
      </a:spcBef>
      <a:spcAft>
        <a:spcPts val="0"/>
      </a:spcAft>
      <a:buClrTx/>
      <a:buSzTx/>
      <a:buFontTx/>
      <a:buNone/>
      <a:tabLst/>
      <a:defRPr b="0" baseline="0" cap="none" i="0" spc="0" strike="noStrike" sz="2100" u="none" kumimoji="0" normalizeH="0">
        <a:ln>
          <a:noFill/>
        </a:ln>
        <a:solidFill>
          <a:srgbClr val="000000"/>
        </a:solidFill>
        <a:effectLst/>
        <a:uFillTx/>
        <a:latin typeface="Songti TC Regular"/>
        <a:ea typeface="Songti TC Regular"/>
        <a:cs typeface="Songti TC Regular"/>
        <a:sym typeface="Songti TC Regular"/>
      </a:defRPr>
    </a:lvl4pPr>
    <a:lvl5pPr marL="0" marR="0" indent="1828800" algn="l" defTabSz="342900" rtl="0" fontAlgn="auto" latinLnBrk="0" hangingPunct="0">
      <a:lnSpc>
        <a:spcPct val="100000"/>
      </a:lnSpc>
      <a:spcBef>
        <a:spcPts val="500"/>
      </a:spcBef>
      <a:spcAft>
        <a:spcPts val="0"/>
      </a:spcAft>
      <a:buClrTx/>
      <a:buSzTx/>
      <a:buFontTx/>
      <a:buNone/>
      <a:tabLst/>
      <a:defRPr b="0" baseline="0" cap="none" i="0" spc="0" strike="noStrike" sz="2100" u="none" kumimoji="0" normalizeH="0">
        <a:ln>
          <a:noFill/>
        </a:ln>
        <a:solidFill>
          <a:srgbClr val="000000"/>
        </a:solidFill>
        <a:effectLst/>
        <a:uFillTx/>
        <a:latin typeface="Songti TC Regular"/>
        <a:ea typeface="Songti TC Regular"/>
        <a:cs typeface="Songti TC Regular"/>
        <a:sym typeface="Songti TC Regular"/>
      </a:defRPr>
    </a:lvl5pPr>
    <a:lvl6pPr marL="0" marR="0" indent="2286000" algn="l" defTabSz="342900" rtl="0" fontAlgn="auto" latinLnBrk="0" hangingPunct="0">
      <a:lnSpc>
        <a:spcPct val="100000"/>
      </a:lnSpc>
      <a:spcBef>
        <a:spcPts val="500"/>
      </a:spcBef>
      <a:spcAft>
        <a:spcPts val="0"/>
      </a:spcAft>
      <a:buClrTx/>
      <a:buSzTx/>
      <a:buFontTx/>
      <a:buNone/>
      <a:tabLst/>
      <a:defRPr b="0" baseline="0" cap="none" i="0" spc="0" strike="noStrike" sz="2100" u="none" kumimoji="0" normalizeH="0">
        <a:ln>
          <a:noFill/>
        </a:ln>
        <a:solidFill>
          <a:srgbClr val="000000"/>
        </a:solidFill>
        <a:effectLst/>
        <a:uFillTx/>
        <a:latin typeface="Songti TC Regular"/>
        <a:ea typeface="Songti TC Regular"/>
        <a:cs typeface="Songti TC Regular"/>
        <a:sym typeface="Songti TC Regular"/>
      </a:defRPr>
    </a:lvl6pPr>
    <a:lvl7pPr marL="0" marR="0" indent="2743200" algn="l" defTabSz="342900" rtl="0" fontAlgn="auto" latinLnBrk="0" hangingPunct="0">
      <a:lnSpc>
        <a:spcPct val="100000"/>
      </a:lnSpc>
      <a:spcBef>
        <a:spcPts val="500"/>
      </a:spcBef>
      <a:spcAft>
        <a:spcPts val="0"/>
      </a:spcAft>
      <a:buClrTx/>
      <a:buSzTx/>
      <a:buFontTx/>
      <a:buNone/>
      <a:tabLst/>
      <a:defRPr b="0" baseline="0" cap="none" i="0" spc="0" strike="noStrike" sz="2100" u="none" kumimoji="0" normalizeH="0">
        <a:ln>
          <a:noFill/>
        </a:ln>
        <a:solidFill>
          <a:srgbClr val="000000"/>
        </a:solidFill>
        <a:effectLst/>
        <a:uFillTx/>
        <a:latin typeface="Songti TC Regular"/>
        <a:ea typeface="Songti TC Regular"/>
        <a:cs typeface="Songti TC Regular"/>
        <a:sym typeface="Songti TC Regular"/>
      </a:defRPr>
    </a:lvl7pPr>
    <a:lvl8pPr marL="0" marR="0" indent="3200400" algn="l" defTabSz="342900" rtl="0" fontAlgn="auto" latinLnBrk="0" hangingPunct="0">
      <a:lnSpc>
        <a:spcPct val="100000"/>
      </a:lnSpc>
      <a:spcBef>
        <a:spcPts val="500"/>
      </a:spcBef>
      <a:spcAft>
        <a:spcPts val="0"/>
      </a:spcAft>
      <a:buClrTx/>
      <a:buSzTx/>
      <a:buFontTx/>
      <a:buNone/>
      <a:tabLst/>
      <a:defRPr b="0" baseline="0" cap="none" i="0" spc="0" strike="noStrike" sz="2100" u="none" kumimoji="0" normalizeH="0">
        <a:ln>
          <a:noFill/>
        </a:ln>
        <a:solidFill>
          <a:srgbClr val="000000"/>
        </a:solidFill>
        <a:effectLst/>
        <a:uFillTx/>
        <a:latin typeface="Songti TC Regular"/>
        <a:ea typeface="Songti TC Regular"/>
        <a:cs typeface="Songti TC Regular"/>
        <a:sym typeface="Songti TC Regular"/>
      </a:defRPr>
    </a:lvl8pPr>
    <a:lvl9pPr marL="0" marR="0" indent="3657600" algn="l" defTabSz="342900" rtl="0" fontAlgn="auto" latinLnBrk="0" hangingPunct="0">
      <a:lnSpc>
        <a:spcPct val="100000"/>
      </a:lnSpc>
      <a:spcBef>
        <a:spcPts val="500"/>
      </a:spcBef>
      <a:spcAft>
        <a:spcPts val="0"/>
      </a:spcAft>
      <a:buClrTx/>
      <a:buSzTx/>
      <a:buFontTx/>
      <a:buNone/>
      <a:tabLst/>
      <a:defRPr b="0" baseline="0" cap="none" i="0" spc="0" strike="noStrike" sz="2100" u="none" kumimoji="0" normalizeH="0">
        <a:ln>
          <a:noFill/>
        </a:ln>
        <a:solidFill>
          <a:srgbClr val="000000"/>
        </a:solidFill>
        <a:effectLst/>
        <a:uFillTx/>
        <a:latin typeface="Songti TC Regular"/>
        <a:ea typeface="Songti TC Regular"/>
        <a:cs typeface="Songti TC Regular"/>
        <a:sym typeface="Songti TC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8" name="Shape 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Here is a note</a:t>
            </a:r>
          </a:p>
          <a:p>
            <a:pPr/>
          </a:p>
          <a:p>
            <a:pPr/>
            <a:r>
              <a:t>With another paragraph.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4" name="Shape 1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 speaker note on this slide too.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大標題文字"/>
          <p:cNvSpPr txBox="1"/>
          <p:nvPr>
            <p:ph type="title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12" name="內文層級一…"/>
          <p:cNvSpPr txBox="1"/>
          <p:nvPr>
            <p:ph type="body" sz="quarter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3429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6858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0287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13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大標題文字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21" name="內文層級一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22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大標題文字"/>
          <p:cNvSpPr txBox="1"/>
          <p:nvPr>
            <p:ph type="title"/>
          </p:nvPr>
        </p:nvSpPr>
        <p:spPr>
          <a:xfrm>
            <a:off x="722312" y="3305176"/>
            <a:ext cx="7772401" cy="1021557"/>
          </a:xfrm>
          <a:prstGeom prst="rect">
            <a:avLst/>
          </a:prstGeom>
        </p:spPr>
        <p:txBody>
          <a:bodyPr anchor="t"/>
          <a:lstStyle>
            <a:lvl1pPr algn="l">
              <a:defRPr cap="all" sz="3000">
                <a:latin typeface="Songti TC Bold"/>
                <a:ea typeface="Songti TC Bold"/>
                <a:cs typeface="Songti TC Bold"/>
                <a:sym typeface="Songti TC Bold"/>
              </a:defRPr>
            </a:lvl1pPr>
          </a:lstStyle>
          <a:p>
            <a:pPr/>
            <a:r>
              <a:t>大標題文字</a:t>
            </a:r>
          </a:p>
        </p:txBody>
      </p:sp>
      <p:sp>
        <p:nvSpPr>
          <p:cNvPr id="30" name="內文層級一…"/>
          <p:cNvSpPr txBox="1"/>
          <p:nvPr>
            <p:ph type="body" sz="quarter" idx="1"/>
          </p:nvPr>
        </p:nvSpPr>
        <p:spPr>
          <a:xfrm>
            <a:off x="722312" y="2180034"/>
            <a:ext cx="7772401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1pPr>
            <a:lvl2pPr marL="0" indent="3429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2pPr>
            <a:lvl3pPr marL="0" indent="6858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3pPr>
            <a:lvl4pPr marL="0" indent="10287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4pPr>
            <a:lvl5pPr marL="0" indent="1371600">
              <a:spcBef>
                <a:spcPts val="300"/>
              </a:spcBef>
              <a:buSzTx/>
              <a:buFontTx/>
              <a:buNone/>
              <a:defRPr sz="1500">
                <a:solidFill>
                  <a:srgbClr val="888888"/>
                </a:solidFill>
              </a:defRPr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31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大標題文字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39" name="內文層級一…"/>
          <p:cNvSpPr txBox="1"/>
          <p:nvPr>
            <p:ph type="body" sz="half" idx="1"/>
          </p:nvPr>
        </p:nvSpPr>
        <p:spPr>
          <a:xfrm>
            <a:off x="457200" y="1200150"/>
            <a:ext cx="4038600" cy="339447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 marL="742950" indent="-400050">
              <a:defRPr sz="2100"/>
            </a:lvl2pPr>
            <a:lvl3pPr marL="1165860" indent="-480060">
              <a:defRPr sz="2100"/>
            </a:lvl3pPr>
            <a:lvl4pPr marL="1582615" indent="-553915">
              <a:defRPr sz="2100"/>
            </a:lvl4pPr>
            <a:lvl5pPr marL="1925515" indent="-553915">
              <a:defRPr sz="2100"/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0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大標題文字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48" name="內文層級一…"/>
          <p:cNvSpPr txBox="1"/>
          <p:nvPr>
            <p:ph type="body" sz="quarter" idx="1"/>
          </p:nvPr>
        </p:nvSpPr>
        <p:spPr>
          <a:xfrm>
            <a:off x="457200" y="1151334"/>
            <a:ext cx="4040188" cy="47982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1800">
                <a:latin typeface="Songti TC Bold"/>
                <a:ea typeface="Songti TC Bold"/>
                <a:cs typeface="Songti TC Bold"/>
                <a:sym typeface="Songti TC Bold"/>
              </a:defRPr>
            </a:lvl1pPr>
            <a:lvl2pPr marL="0" indent="342900">
              <a:spcBef>
                <a:spcPts val="400"/>
              </a:spcBef>
              <a:buSzTx/>
              <a:buFontTx/>
              <a:buNone/>
              <a:defRPr sz="1800">
                <a:latin typeface="Songti TC Bold"/>
                <a:ea typeface="Songti TC Bold"/>
                <a:cs typeface="Songti TC Bold"/>
                <a:sym typeface="Songti TC Bold"/>
              </a:defRPr>
            </a:lvl2pPr>
            <a:lvl3pPr marL="0" indent="685800">
              <a:spcBef>
                <a:spcPts val="400"/>
              </a:spcBef>
              <a:buSzTx/>
              <a:buFontTx/>
              <a:buNone/>
              <a:defRPr sz="1800">
                <a:latin typeface="Songti TC Bold"/>
                <a:ea typeface="Songti TC Bold"/>
                <a:cs typeface="Songti TC Bold"/>
                <a:sym typeface="Songti TC Bold"/>
              </a:defRPr>
            </a:lvl3pPr>
            <a:lvl4pPr marL="0" indent="1028700">
              <a:spcBef>
                <a:spcPts val="400"/>
              </a:spcBef>
              <a:buSzTx/>
              <a:buFontTx/>
              <a:buNone/>
              <a:defRPr sz="1800">
                <a:latin typeface="Songti TC Bold"/>
                <a:ea typeface="Songti TC Bold"/>
                <a:cs typeface="Songti TC Bold"/>
                <a:sym typeface="Songti TC Bold"/>
              </a:defRPr>
            </a:lvl4pPr>
            <a:lvl5pPr marL="0" indent="1371600">
              <a:spcBef>
                <a:spcPts val="400"/>
              </a:spcBef>
              <a:buSzTx/>
              <a:buFontTx/>
              <a:buNone/>
              <a:defRPr sz="1800">
                <a:latin typeface="Songti TC Bold"/>
                <a:ea typeface="Songti TC Bold"/>
                <a:cs typeface="Songti TC Bold"/>
                <a:sym typeface="Songti TC Bold"/>
              </a:defRPr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6" y="1151334"/>
            <a:ext cx="4041776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400"/>
              </a:spcBef>
              <a:buSzTx/>
              <a:buFontTx/>
              <a:buNone/>
              <a:defRPr b="1" sz="10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大標題文字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大標題文字</a:t>
            </a:r>
          </a:p>
        </p:txBody>
      </p:sp>
      <p:sp>
        <p:nvSpPr>
          <p:cNvPr id="58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大標題文字"/>
          <p:cNvSpPr txBox="1"/>
          <p:nvPr>
            <p:ph type="title"/>
          </p:nvPr>
        </p:nvSpPr>
        <p:spPr>
          <a:xfrm>
            <a:off x="457201" y="204786"/>
            <a:ext cx="3008314" cy="871539"/>
          </a:xfrm>
          <a:prstGeom prst="rect">
            <a:avLst/>
          </a:prstGeom>
        </p:spPr>
        <p:txBody>
          <a:bodyPr anchor="b"/>
          <a:lstStyle>
            <a:lvl1pPr algn="l">
              <a:defRPr sz="1500">
                <a:latin typeface="Songti TC Bold"/>
                <a:ea typeface="Songti TC Bold"/>
                <a:cs typeface="Songti TC Bold"/>
                <a:sym typeface="Songti TC Bold"/>
              </a:defRPr>
            </a:lvl1pPr>
          </a:lstStyle>
          <a:p>
            <a:pPr/>
            <a:r>
              <a:t>大標題文字</a:t>
            </a:r>
          </a:p>
        </p:txBody>
      </p:sp>
      <p:sp>
        <p:nvSpPr>
          <p:cNvPr id="73" name="內文層級一…"/>
          <p:cNvSpPr txBox="1"/>
          <p:nvPr>
            <p:ph type="body" idx="1"/>
          </p:nvPr>
        </p:nvSpPr>
        <p:spPr>
          <a:xfrm>
            <a:off x="3575050" y="204788"/>
            <a:ext cx="5111750" cy="4389836"/>
          </a:xfrm>
          <a:prstGeom prst="rect">
            <a:avLst/>
          </a:prstGeom>
        </p:spPr>
        <p:txBody>
          <a:bodyPr/>
          <a:lstStyle/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200" y="1076326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200"/>
              </a:spcBef>
              <a:buSzTx/>
              <a:buFontTx/>
              <a:buNone/>
              <a:defRPr sz="1000"/>
            </a:pPr>
          </a:p>
        </p:txBody>
      </p:sp>
      <p:sp>
        <p:nvSpPr>
          <p:cNvPr id="75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大標題文字"/>
          <p:cNvSpPr txBox="1"/>
          <p:nvPr>
            <p:ph type="title"/>
          </p:nvPr>
        </p:nvSpPr>
        <p:spPr>
          <a:xfrm>
            <a:off x="1792288" y="3600450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sz="1500">
                <a:latin typeface="Songti TC Bold"/>
                <a:ea typeface="Songti TC Bold"/>
                <a:cs typeface="Songti TC Bold"/>
                <a:sym typeface="Songti TC Bold"/>
              </a:defRPr>
            </a:lvl1pPr>
          </a:lstStyle>
          <a:p>
            <a:pPr/>
            <a:r>
              <a:t>大標題文字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459581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內文層級一…"/>
          <p:cNvSpPr txBox="1"/>
          <p:nvPr>
            <p:ph type="body" sz="quarter" idx="1"/>
          </p:nvPr>
        </p:nvSpPr>
        <p:spPr>
          <a:xfrm>
            <a:off x="1792288" y="4025503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"/>
              </a:spcBef>
              <a:buSzTx/>
              <a:buFontTx/>
              <a:buNone/>
              <a:defRPr sz="1000"/>
            </a:lvl1pPr>
            <a:lvl2pPr marL="0" indent="342900">
              <a:spcBef>
                <a:spcPts val="200"/>
              </a:spcBef>
              <a:buSzTx/>
              <a:buFontTx/>
              <a:buNone/>
              <a:defRPr sz="1000"/>
            </a:lvl2pPr>
            <a:lvl3pPr marL="0" indent="685800">
              <a:spcBef>
                <a:spcPts val="200"/>
              </a:spcBef>
              <a:buSzTx/>
              <a:buFontTx/>
              <a:buNone/>
              <a:defRPr sz="1000"/>
            </a:lvl3pPr>
            <a:lvl4pPr marL="0" indent="1028700">
              <a:spcBef>
                <a:spcPts val="200"/>
              </a:spcBef>
              <a:buSzTx/>
              <a:buFontTx/>
              <a:buNone/>
              <a:defRPr sz="1000"/>
            </a:lvl4pPr>
            <a:lvl5pPr marL="0" indent="1371600">
              <a:spcBef>
                <a:spcPts val="200"/>
              </a:spcBef>
              <a:buSzTx/>
              <a:buFontTx/>
              <a:buNone/>
              <a:defRPr sz="1000"/>
            </a:lvl5pPr>
          </a:lstStyle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85" name="幻燈片編號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大標題文字"/>
          <p:cNvSpPr txBox="1"/>
          <p:nvPr>
            <p:ph type="title"/>
          </p:nvPr>
        </p:nvSpPr>
        <p:spPr>
          <a:xfrm>
            <a:off x="457200" y="205978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大標題文字</a:t>
            </a:r>
          </a:p>
        </p:txBody>
      </p:sp>
      <p:sp>
        <p:nvSpPr>
          <p:cNvPr id="3" name="內文層級一…"/>
          <p:cNvSpPr txBox="1"/>
          <p:nvPr>
            <p:ph type="body" idx="1"/>
          </p:nvPr>
        </p:nvSpPr>
        <p:spPr>
          <a:xfrm>
            <a:off x="457200" y="1200150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4" name="幻燈片編號"/>
          <p:cNvSpPr txBox="1"/>
          <p:nvPr>
            <p:ph type="sldNum" sz="quarter" idx="2"/>
          </p:nvPr>
        </p:nvSpPr>
        <p:spPr>
          <a:xfrm>
            <a:off x="8475446" y="4775914"/>
            <a:ext cx="211355" cy="2565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 defTabSz="457200">
              <a:spcBef>
                <a:spcPts val="0"/>
              </a:spcBef>
              <a:defRPr sz="9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Songti TC Regular"/>
          <a:ea typeface="Songti TC Regular"/>
          <a:cs typeface="Songti TC Regular"/>
          <a:sym typeface="Songti TC Regular"/>
        </a:defRPr>
      </a:lvl1pPr>
      <a:lvl2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Songti TC Regular"/>
          <a:ea typeface="Songti TC Regular"/>
          <a:cs typeface="Songti TC Regular"/>
          <a:sym typeface="Songti TC Regular"/>
        </a:defRPr>
      </a:lvl2pPr>
      <a:lvl3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Songti TC Regular"/>
          <a:ea typeface="Songti TC Regular"/>
          <a:cs typeface="Songti TC Regular"/>
          <a:sym typeface="Songti TC Regular"/>
        </a:defRPr>
      </a:lvl3pPr>
      <a:lvl4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Songti TC Regular"/>
          <a:ea typeface="Songti TC Regular"/>
          <a:cs typeface="Songti TC Regular"/>
          <a:sym typeface="Songti TC Regular"/>
        </a:defRPr>
      </a:lvl4pPr>
      <a:lvl5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Songti TC Regular"/>
          <a:ea typeface="Songti TC Regular"/>
          <a:cs typeface="Songti TC Regular"/>
          <a:sym typeface="Songti TC Regular"/>
        </a:defRPr>
      </a:lvl5pPr>
      <a:lvl6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Songti TC Regular"/>
          <a:ea typeface="Songti TC Regular"/>
          <a:cs typeface="Songti TC Regular"/>
          <a:sym typeface="Songti TC Regular"/>
        </a:defRPr>
      </a:lvl6pPr>
      <a:lvl7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Songti TC Regular"/>
          <a:ea typeface="Songti TC Regular"/>
          <a:cs typeface="Songti TC Regular"/>
          <a:sym typeface="Songti TC Regular"/>
        </a:defRPr>
      </a:lvl7pPr>
      <a:lvl8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Songti TC Regular"/>
          <a:ea typeface="Songti TC Regular"/>
          <a:cs typeface="Songti TC Regular"/>
          <a:sym typeface="Songti TC Regular"/>
        </a:defRPr>
      </a:lvl8pPr>
      <a:lvl9pPr marL="0" marR="0" indent="0" algn="ctr" defTabSz="3429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300" u="none">
          <a:solidFill>
            <a:srgbClr val="000000"/>
          </a:solidFill>
          <a:uFillTx/>
          <a:latin typeface="Songti TC Regular"/>
          <a:ea typeface="Songti TC Regular"/>
          <a:cs typeface="Songti TC Regular"/>
          <a:sym typeface="Songti TC Regular"/>
        </a:defRPr>
      </a:lvl9pPr>
    </p:titleStyle>
    <p:bodyStyle>
      <a:lvl1pPr marL="342900" marR="0" indent="-342900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Songti TC Regular"/>
          <a:ea typeface="Songti TC Regular"/>
          <a:cs typeface="Songti TC Regular"/>
          <a:sym typeface="Songti TC Regular"/>
        </a:defRPr>
      </a:lvl1pPr>
      <a:lvl2pPr marL="734785" marR="0" indent="-391885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Songti TC Regular"/>
          <a:ea typeface="Songti TC Regular"/>
          <a:cs typeface="Songti TC Regular"/>
          <a:sym typeface="Songti TC Regular"/>
        </a:defRPr>
      </a:lvl2pPr>
      <a:lvl3pPr marL="1143000" marR="0" indent="-457200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Songti TC Regular"/>
          <a:ea typeface="Songti TC Regular"/>
          <a:cs typeface="Songti TC Regular"/>
          <a:sym typeface="Songti TC Regular"/>
        </a:defRPr>
      </a:lvl3pPr>
      <a:lvl4pPr marL="15773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2400" u="none">
          <a:solidFill>
            <a:srgbClr val="000000"/>
          </a:solidFill>
          <a:uFillTx/>
          <a:latin typeface="Songti TC Regular"/>
          <a:ea typeface="Songti TC Regular"/>
          <a:cs typeface="Songti TC Regular"/>
          <a:sym typeface="Songti TC Regular"/>
        </a:defRPr>
      </a:lvl4pPr>
      <a:lvl5pPr marL="19202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2400" u="none">
          <a:solidFill>
            <a:srgbClr val="000000"/>
          </a:solidFill>
          <a:uFillTx/>
          <a:latin typeface="Songti TC Regular"/>
          <a:ea typeface="Songti TC Regular"/>
          <a:cs typeface="Songti TC Regular"/>
          <a:sym typeface="Songti TC Regular"/>
        </a:defRPr>
      </a:lvl5pPr>
      <a:lvl6pPr marL="22631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Songti TC Regular"/>
          <a:ea typeface="Songti TC Regular"/>
          <a:cs typeface="Songti TC Regular"/>
          <a:sym typeface="Songti TC Regular"/>
        </a:defRPr>
      </a:lvl6pPr>
      <a:lvl7pPr marL="26060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Songti TC Regular"/>
          <a:ea typeface="Songti TC Regular"/>
          <a:cs typeface="Songti TC Regular"/>
          <a:sym typeface="Songti TC Regular"/>
        </a:defRPr>
      </a:lvl7pPr>
      <a:lvl8pPr marL="2948939" marR="0" indent="-548639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Songti TC Regular"/>
          <a:ea typeface="Songti TC Regular"/>
          <a:cs typeface="Songti TC Regular"/>
          <a:sym typeface="Songti TC Regular"/>
        </a:defRPr>
      </a:lvl8pPr>
      <a:lvl9pPr marL="3291840" marR="0" indent="-548640" algn="l" defTabSz="342900" rtl="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400" u="none">
          <a:solidFill>
            <a:srgbClr val="000000"/>
          </a:solidFill>
          <a:uFillTx/>
          <a:latin typeface="Songti TC Regular"/>
          <a:ea typeface="Songti TC Regular"/>
          <a:cs typeface="Songti TC Regular"/>
          <a:sym typeface="Songti TC Regular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Songti TC Regular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Songti TC Regular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Songti TC Regular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Songti TC Regular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Songti TC Regular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Songti TC Regular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Songti TC Regular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Songti TC Regular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900" u="none">
          <a:solidFill>
            <a:schemeClr val="tx1"/>
          </a:solidFill>
          <a:uFillTx/>
          <a:latin typeface="+mn-lt"/>
          <a:ea typeface="+mn-ea"/>
          <a:cs typeface="+mn-cs"/>
          <a:sym typeface="Songti TC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xfrm>
            <a:off x="685800" y="1597819"/>
            <a:ext cx="7772400" cy="1102520"/>
          </a:xfrm>
          <a:prstGeom prst="rect">
            <a:avLst/>
          </a:prstGeom>
        </p:spPr>
        <p:txBody>
          <a:bodyPr/>
          <a:lstStyle/>
          <a:p>
            <a:pPr/>
            <a:r>
              <a:t>Presentation Title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Presentation Subtitle</a:t>
            </a:r>
          </a:p>
        </p:txBody>
      </p:sp>
      <p:sp>
        <p:nvSpPr>
          <p:cNvPr id="96" name="幻燈片編號"/>
          <p:cNvSpPr txBox="1"/>
          <p:nvPr>
            <p:ph type="sldNum" sz="quarter" idx="4294967295"/>
          </p:nvPr>
        </p:nvSpPr>
        <p:spPr>
          <a:xfrm>
            <a:off x="8529053" y="4775914"/>
            <a:ext cx="157747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1" name="Content Placeholder 2"/>
          <p:cNvSpPr txBox="1"/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pPr/>
            <a:r>
              <a:t>Hello, world.</a:t>
            </a:r>
          </a:p>
        </p:txBody>
      </p:sp>
      <p:sp>
        <p:nvSpPr>
          <p:cNvPr id="102" name="幻燈片編號"/>
          <p:cNvSpPr txBox="1"/>
          <p:nvPr>
            <p:ph type="sldNum" sz="quarter" idx="4294967295"/>
          </p:nvPr>
        </p:nvSpPr>
        <p:spPr>
          <a:xfrm>
            <a:off x="8529053" y="4775914"/>
            <a:ext cx="157747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xfrm>
            <a:off x="722312" y="3305176"/>
            <a:ext cx="7772401" cy="1021556"/>
          </a:xfrm>
          <a:prstGeom prst="rect">
            <a:avLst/>
          </a:prstGeom>
        </p:spPr>
        <p:txBody>
          <a:bodyPr/>
          <a:lstStyle/>
          <a:p>
            <a:pPr/>
            <a:r>
              <a:t>Section header</a:t>
            </a:r>
          </a:p>
        </p:txBody>
      </p:sp>
      <p:sp>
        <p:nvSpPr>
          <p:cNvPr id="107" name="Text Placeholder 2"/>
          <p:cNvSpPr txBox="1"/>
          <p:nvPr>
            <p:ph type="body" sz="quarter" idx="1"/>
          </p:nvPr>
        </p:nvSpPr>
        <p:spPr>
          <a:xfrm>
            <a:off x="722312" y="2180034"/>
            <a:ext cx="7772401" cy="112514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8" name="幻燈片編號"/>
          <p:cNvSpPr txBox="1"/>
          <p:nvPr>
            <p:ph type="sldNum" sz="quarter" idx="4294967295"/>
          </p:nvPr>
        </p:nvSpPr>
        <p:spPr>
          <a:xfrm>
            <a:off x="8529053" y="4775914"/>
            <a:ext cx="157747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3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 for Two-Content</a:t>
            </a:r>
          </a:p>
        </p:txBody>
      </p:sp>
      <p:sp>
        <p:nvSpPr>
          <p:cNvPr id="111" name="Content Placeholder 4"/>
          <p:cNvSpPr txBox="1"/>
          <p:nvPr>
            <p:ph type="body" sz="half" idx="1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</p:spPr>
        <p:txBody>
          <a:bodyPr/>
          <a:lstStyle/>
          <a:p>
            <a:pPr/>
            <a:r>
              <a:t>Some content on the left.</a:t>
            </a:r>
          </a:p>
        </p:txBody>
      </p:sp>
      <p:sp>
        <p:nvSpPr>
          <p:cNvPr id="112" name="Content Placeholder 5"/>
          <p:cNvSpPr txBox="1"/>
          <p:nvPr/>
        </p:nvSpPr>
        <p:spPr>
          <a:xfrm>
            <a:off x="4693919" y="1200151"/>
            <a:ext cx="3947162" cy="3394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>
            <a:lvl1pPr marL="342900" indent="-342900">
              <a:buSzPct val="100000"/>
              <a:buFont typeface="Arial"/>
              <a:buChar char="•"/>
            </a:lvl1pPr>
          </a:lstStyle>
          <a:p>
            <a:pPr/>
            <a:r>
              <a:t>Some content on the right.</a:t>
            </a:r>
          </a:p>
        </p:txBody>
      </p:sp>
      <p:sp>
        <p:nvSpPr>
          <p:cNvPr id="113" name="幻燈片編號"/>
          <p:cNvSpPr txBox="1"/>
          <p:nvPr>
            <p:ph type="sldNum" sz="quarter" idx="4294967295"/>
          </p:nvPr>
        </p:nvSpPr>
        <p:spPr>
          <a:xfrm>
            <a:off x="8529053" y="4775914"/>
            <a:ext cx="157747" cy="2565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omparis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Comparison</a:t>
            </a:r>
          </a:p>
        </p:txBody>
      </p:sp>
      <p:sp>
        <p:nvSpPr>
          <p:cNvPr id="116" name="按兩下來編輯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Text Placeholder 4"/>
          <p:cNvSpPr/>
          <p:nvPr>
            <p:ph type="body" idx="21"/>
          </p:nvPr>
        </p:nvSpPr>
        <p:spPr>
          <a:xfrm>
            <a:off x="4645026" y="1151334"/>
            <a:ext cx="4041776" cy="47982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400"/>
              </a:spcBef>
              <a:buSzTx/>
              <a:buFontTx/>
              <a:buNone/>
              <a:defRPr b="1" sz="10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only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only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ontent with cap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Content with caption</a:t>
            </a:r>
          </a:p>
        </p:txBody>
      </p:sp>
      <p:sp>
        <p:nvSpPr>
          <p:cNvPr id="122" name="按兩下來編輯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3" name="Text Placeholder 3"/>
          <p:cNvSpPr/>
          <p:nvPr>
            <p:ph type="body" idx="21"/>
          </p:nvPr>
        </p:nvSpPr>
        <p:spPr>
          <a:xfrm>
            <a:off x="457200" y="1076326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200"/>
              </a:spcBef>
              <a:buSzTx/>
              <a:buFontTx/>
              <a:buNone/>
              <a:defRPr sz="1000"/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with caption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Picture with caption</a:t>
            </a:r>
          </a:p>
        </p:txBody>
      </p:sp>
      <p:pic>
        <p:nvPicPr>
          <p:cNvPr id="126" name="Picture Placeholder 2" descr="Picture Placeholder 2"/>
          <p:cNvPicPr>
            <a:picLocks noChangeAspect="1"/>
          </p:cNvPicPr>
          <p:nvPr>
            <p:ph type="pic" idx="21"/>
          </p:nvPr>
        </p:nvPicPr>
        <p:blipFill>
          <a:blip r:embed="rId2">
            <a:extLst/>
          </a:blip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27" name="按兩下來編輯"/>
          <p:cNvSpPr txBox="1"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3429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Songti TC Regular"/>
            <a:ea typeface="Songti TC Regular"/>
            <a:cs typeface="Songti TC Regular"/>
            <a:sym typeface="Songti T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342900" rtl="0" fontAlgn="auto" latinLnBrk="0" hangingPunct="0">
          <a:lnSpc>
            <a:spcPct val="100000"/>
          </a:lnSpc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1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Songti TC Regular"/>
            <a:ea typeface="Songti TC Regular"/>
            <a:cs typeface="Songti TC Regular"/>
            <a:sym typeface="Songti T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3429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Songti TC Regular"/>
            <a:ea typeface="Songti TC Regular"/>
            <a:cs typeface="Songti TC Regular"/>
            <a:sym typeface="Songti T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342900" rtl="0" fontAlgn="auto" latinLnBrk="0" hangingPunct="0">
          <a:lnSpc>
            <a:spcPct val="100000"/>
          </a:lnSpc>
          <a:spcBef>
            <a:spcPts val="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1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Songti TC Regular"/>
            <a:ea typeface="Songti TC Regular"/>
            <a:cs typeface="Songti TC Regular"/>
            <a:sym typeface="Songti TC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